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style sample only, not the final deck or its first slide. Final slide 1 must show all five team members and their responsibilities. No display date or school logo. The model preview shows geometry rather than actual planting. Figures use supplied D analysis; no field cooling or CFD results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6A55"/>
          </a:solidFill>
          <a:ln w="12700">
            <a:solidFill>
              <a:srgbClr val="346A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6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BUILDING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75320" y="274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GEOMETRY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731520"/>
            <a:ext cx="11155680" cy="10973"/>
          </a:xfrm>
          <a:prstGeom prst="rect">
            <a:avLst/>
          </a:prstGeom>
          <a:solidFill>
            <a:srgbClr val="D7E0D9"/>
          </a:solidFill>
          <a:ln w="12700">
            <a:solidFill>
              <a:srgbClr val="D7E0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tree-like canopy for shaded rest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geometry. Climbing plants. An open pedestrian edge.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64008" cy="2468880"/>
          </a:xfrm>
          <a:prstGeom prst="rect">
            <a:avLst/>
          </a:prstGeom>
          <a:solidFill>
            <a:srgbClr val="AA7E4A"/>
          </a:solidFill>
          <a:ln w="12700">
            <a:solidFill>
              <a:srgbClr val="AA7E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494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A7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INTENT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27340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vegetation.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 useful shade.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6384" y="38221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 canopy creates a local pause point while keeping circulation open.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4663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comfort and airflow gains remain to be verified.</a:t>
            </a:r>
            <a:endParaRPr lang="en-US" sz="1500" dirty="0"/>
          </a:p>
        </p:txBody>
      </p:sp>
      <p:pic>
        <p:nvPicPr>
          <p:cNvPr id="13" name="Image 0" descr="/workspace/ppt-materials/绿色建筑/presentation/虞寒哲_D版_遮阴降温与应用分析_完整交付包/D版_遮阴降温与应用分析_完整交付/04_图表与计算数据/08_D_实际实体轴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840" y="2103120"/>
            <a:ext cx="4450080" cy="33375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46520" y="54498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346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/ SELECTED ROUNDED CROWN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5715000"/>
            <a:ext cx="3639312" cy="10973"/>
          </a:xfrm>
          <a:prstGeom prst="rect">
            <a:avLst/>
          </a:prstGeom>
          <a:solidFill>
            <a:srgbClr val="D7E0D9"/>
          </a:solidFill>
          <a:ln w="12700">
            <a:solidFill>
              <a:srgbClr val="D7E0D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5879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6.22 × 6.66 m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21792" y="6336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" kern="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PLAN EXTENT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34256" y="5715000"/>
            <a:ext cx="3639312" cy="10973"/>
          </a:xfrm>
          <a:prstGeom prst="rect">
            <a:avLst/>
          </a:prstGeom>
          <a:solidFill>
            <a:srgbClr val="D7E0D9"/>
          </a:solidFill>
          <a:ln w="12700">
            <a:solidFill>
              <a:srgbClr val="D7E0D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7408" y="5879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3.48 m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4407408" y="6336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" kern="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HEIGHT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119872" y="5715000"/>
            <a:ext cx="3639312" cy="10973"/>
          </a:xfrm>
          <a:prstGeom prst="rect">
            <a:avLst/>
          </a:prstGeom>
          <a:solidFill>
            <a:srgbClr val="D7E0D9"/>
          </a:solidFill>
          <a:ln w="12700">
            <a:solidFill>
              <a:srgbClr val="D7E0D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3024" y="5879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8193024" y="6336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" kern="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PIPE SOLIDS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656832"/>
            <a:ext cx="10424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3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supplied D geometry and performance report. Geometry shown; vegetation not modelled here.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064240" y="6620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6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 Canopy | Visual Style Demo</dc:title>
  <dc:subject>Green Building — one-slide visual style demo</dc:subject>
  <dc:creator>Group presentation</dc:creator>
  <cp:lastModifiedBy>Group presentation</cp:lastModifiedBy>
  <cp:revision>1</cp:revision>
  <dcterms:created xsi:type="dcterms:W3CDTF">2026-10-25T05:21:22Z</dcterms:created>
  <dcterms:modified xsi:type="dcterms:W3CDTF">2026-10-25T05:21:22Z</dcterms:modified>
</cp:coreProperties>
</file>